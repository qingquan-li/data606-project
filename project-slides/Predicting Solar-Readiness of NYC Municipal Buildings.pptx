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50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cityofnewyork.us/City-Government/City-of-New-York-Municipal-Solar-Readiness-Assessm/cfz5-6fvh/about_dat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cityofnewyork.us/City-Government/City-of-New-York-Municipal-Solar-Readiness-Assessm/cfz5-6fvh/about_dat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65760"/>
            <a:ext cx="2286000" cy="2286000"/>
          </a:xfrm>
          <a:prstGeom prst="ellipse">
            <a:avLst/>
          </a:prstGeom>
          <a:solidFill>
            <a:srgbClr val="F39C12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731520"/>
            <a:ext cx="1554480" cy="1554480"/>
          </a:xfrm>
          <a:prstGeom prst="ellipse">
            <a:avLst/>
          </a:prstGeom>
          <a:solidFill>
            <a:srgbClr val="F39C12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942101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Solar-Readiness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NYC Municipal Buildings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743200" cy="0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606 Final Project  |  </a:t>
            </a:r>
            <a:r>
              <a:rPr lang="en-US" sz="1400" dirty="0" err="1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Qingquan</a:t>
            </a:r>
            <a:r>
              <a:rPr lang="en-US" sz="1400" dirty="0">
                <a:solidFill>
                  <a:srgbClr val="D5D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39" y="3657600"/>
            <a:ext cx="58446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Open Data  |  </a:t>
            </a: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City of New York Municipal Solar-Readiness Assessment (Local Law 24 of 2016) data</a:t>
            </a:r>
            <a:endParaRPr lang="en-US" sz="1100" dirty="0">
              <a:solidFill>
                <a:schemeClr val="accent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City mandates biennial solar-readiness assessments of municipal buildings under Local Law 24 of 2016. This study examines whether observable building characteristics — roof condition, roof age, building size (gross square footage), and borough — are statistically associated with a building's solar-readiness determination.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350" dirty="0">
              <a:solidFill>
                <a:srgbClr val="2C3E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3,297 assessed NYC municipal buildings from the 2020 and 2022 reporting cycles, we fit a logistic regression model with solar-readiness (Yes/No) as the binary response variable.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350" dirty="0">
              <a:solidFill>
                <a:srgbClr val="2C3E5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show that (1) roof condition and building size are the strongest predictors. Buildings with "Good" roof condition have 4.2x the odds of being solar-ready compared to those with "Poor" roofs (p &lt; 0.001). (2) Each unit increase in log(</a:t>
            </a:r>
            <a:r>
              <a:rPr lang="en-US" sz="135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sqft</a:t>
            </a:r>
            <a:r>
              <a:rPr lang="en-US" sz="13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doubles the odds of solar-readiness (OR = 2.02, p &lt; 0.001). (3) The Bronx has 3x the odds of Manhattan (p &lt; 0.001).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Context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Open Data,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City of New York Municipal Solar-Readiness Assessment (Local Law 24 of 2016) data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Biennial census of city-owned buildings &gt; 10,000 sqft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type: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(no experimental manipulation)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Cases: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3,297 assessed buildings (2020 &amp; 2022 cycles)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46304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(Response):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Solar-Readiness (Yes/No) — categorical, binary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(Explanatory):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Roof Condition (ordinal categorical)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Roof Age (ordinal categorical)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Gross Square Footage (continuous)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Borough (nominal categorical)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8046720" cy="11887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statistically significant association between a NYC municipal building's roof condition, roof age, building size, and borough — and whether the building is assessed as solar-ready?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Statistics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828800" cy="146304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3,297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1051560"/>
            <a:ext cx="1828800" cy="146304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65176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Solar-Ready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(125 Solar-Ready)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1828800" cy="146304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104,970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5488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 Ft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1051560"/>
            <a:ext cx="1828800" cy="146304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73,500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85800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Sq Ft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7132320" cy="20116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Roof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Solar-Ready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Fair and Poor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Good and Fair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Solar-Readiness by Roof Condition</a:t>
            </a:r>
            <a:endParaRPr lang="en-US" sz="2800" dirty="0"/>
          </a:p>
        </p:txBody>
      </p:sp>
      <p:pic>
        <p:nvPicPr>
          <p:cNvPr id="3" name="Image 0" descr="/home/claude/chart_roof_cond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Size by Solar-Readiness Status</a:t>
            </a:r>
            <a:endParaRPr lang="en-US" sz="2800" dirty="0"/>
          </a:p>
        </p:txBody>
      </p:sp>
      <p:pic>
        <p:nvPicPr>
          <p:cNvPr id="3" name="Image 0" descr="/home/claude/chart_sqft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Solar-Readiness by Borough</a:t>
            </a:r>
            <a:endParaRPr lang="en-US" sz="28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1550" y="9144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Solar-Readiness by Roof Age</a:t>
            </a:r>
            <a:endParaRPr lang="en-US" sz="2800" dirty="0"/>
          </a:p>
        </p:txBody>
      </p:sp>
      <p:pic>
        <p:nvPicPr>
          <p:cNvPr id="3" name="Image 0" descr="/home/claude/chart_roof_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solar_ready ~ log(sqft) + roof_condition + borough     (Reference: Poor roof, Manhattan)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151251"/>
              </p:ext>
            </p:extLst>
          </p:nvPr>
        </p:nvGraphicFramePr>
        <p:xfrm>
          <a:off x="457200" y="1143000"/>
          <a:ext cx="6748272" cy="3127245"/>
        </p:xfrm>
        <a:graphic>
          <a:graphicData uri="http://schemas.openxmlformats.org/drawingml/2006/table">
            <a:tbl>
              <a:tblPr/>
              <a:tblGrid>
                <a:gridCol w="2120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6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4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4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8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2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 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2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(Intercept)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-12.150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-10.789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2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log(sqft)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2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Roof: Fair-Poor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2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Roof: Fair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-1.373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2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Roof: Good-Fair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2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Roof: Good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2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Boro: Bronx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2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Boro: Brooklyn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2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Boro: Queens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2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Boro: Staten Isl.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64592" y="4453124"/>
            <a:ext cx="8613648" cy="54864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Logistic regression — for yes/no outcomes instead of continuous numbers. It predicts the probability of "Yes" (solar-ready) based on the predictors.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Odds ratio (e.g., 2) — for each unit increase in log(</a:t>
            </a:r>
            <a:r>
              <a:rPr lang="en-US" sz="900" dirty="0" err="1"/>
              <a:t>sqft</a:t>
            </a:r>
            <a:r>
              <a:rPr lang="en-US" sz="900" dirty="0"/>
              <a:t>), the odds of being solar-ready roughly double. Above 1 = increases the chance, below 1 = decreases 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p-value (e.g., 0.001) — there's less than a 0.1% chance this result is a random fluke. It's statistically significant — we're confident building size genuinely predicts solar-readiness.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09728" cy="10058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" y="1097280"/>
            <a:ext cx="7936992" cy="100584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4.2×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194560" y="10972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with Good roofs have 4.2 times the odds of being solar-ready vs. Poor roofs (p &lt; 0.001).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09728" cy="100584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" y="2331720"/>
            <a:ext cx="7936992" cy="100584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2.0×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194560" y="23317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unit increase in log(sqft) doubles the odds of solar-readiness (OR = 2.02, p &lt; 0.001). Larger buildings are more viable.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109728" cy="100584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8368" y="3566160"/>
            <a:ext cx="7936992" cy="100584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56616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3.0×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194560" y="35661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Bronx has 3× the odds of Manhattan (p &lt; 0.001), possibly reflecting newer roof stock or building types.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has committed to carbon neutrality by 2050. Understanding which building characteristics predict solar-readiness helps the city prioritize roof maintenance and target capital investments to expand rooftop solar across its municipal portfolio. Improving roof conditions from Poor/Fair to Good could unlock solar potential on hundreds of additional city-owned buildings.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37160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3.8% of buildings are solar-ready — severe class imbalance may affect model sensitivity.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design — cannot establish causal relationships.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municipal buildings — results may not generalize to private buildings.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8046720" cy="0"/>
          </a:xfrm>
          <a:prstGeom prst="line">
            <a:avLst/>
          </a:prstGeom>
          <a:noFill/>
          <a:ln w="6350">
            <a:solidFill>
              <a:srgbClr val="5D6D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NYC Open Data — City of New York Municipal Solar-Readiness Assessment (Local Law 24 of 2016)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https://data.cityofnewyork.us/City-Government/City-of-New-York-Municipal-Solar-Readiness-Assessm/cfz5-6fvh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861</Words>
  <Application>Microsoft Macintosh PowerPoint</Application>
  <PresentationFormat>On-screen Show (16:9)</PresentationFormat>
  <Paragraphs>159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Ready for the Sun? Predicting Solar-Readiness of NYC Municipal Buildings</dc:title>
  <dc:subject>PptxGenJS Presentation</dc:subject>
  <dc:creator>Jake</dc:creator>
  <cp:lastModifiedBy>Qingquan Li</cp:lastModifiedBy>
  <cp:revision>4</cp:revision>
  <dcterms:created xsi:type="dcterms:W3CDTF">2026-05-08T02:59:23Z</dcterms:created>
  <dcterms:modified xsi:type="dcterms:W3CDTF">2026-05-08T15:50:22Z</dcterms:modified>
</cp:coreProperties>
</file>